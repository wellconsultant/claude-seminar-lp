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9E0B"/>
                </a:solidFill>
                <a:latin typeface="Meiryo UI"/>
              </a:rPr>
              <a:t>FOR HR / 法人研修担当者・研修事業を検討している方へ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eiryo UI"/>
              </a:rPr>
              <a:t>補助金・助成金活用に適した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Meiryo UI"/>
              </a:rPr>
              <a:t>法人向け研修プラットフォーム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Meiryo UI"/>
              </a:rPr>
              <a:t>Traingo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Meiryo UI"/>
              </a:rPr>
              <a:t>トレインゴ ｜ 視聴ログ・修了証跡・3ロール管理を最初から内蔵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32004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A"/>
                </a:solidFill>
                <a:latin typeface="Meiryo UI"/>
              </a:rPr>
              <a:t>視聴ログ
秒単位自動記録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5074920"/>
            <a:ext cx="32004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51663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A"/>
                </a:solidFill>
                <a:latin typeface="Meiryo UI"/>
              </a:rPr>
              <a:t>助成金監査CSV
標準装備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5074920"/>
            <a:ext cx="32004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51663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A"/>
                </a:solidFill>
                <a:latin typeface="Meiryo UI"/>
              </a:rPr>
              <a:t>3ロール権限分離
最初から内蔵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92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eiryo UI"/>
              </a:rPr>
              <a:t>Well Consultant 合同会社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Traingoとは何か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A4A"/>
                </a:solidFill>
                <a:latin typeface="Meiryo UI"/>
              </a:rPr>
              <a:t>「やった事実を残す」ではなく「監査担当者に客観的に示せる証跡を作る」プラットフォーム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Meiryo UI"/>
              </a:rPr>
              <a:t>Traingo（トレインゴ）は、社内研修・社員教育を「やった事実」ではなく「監査担当者に客観的に示せる証跡」として残すために設計された、法人向けオンライン研修プラットフォームです。受講者の視聴秒数・スキップの有無・進捗率・修了日が、人手介入なしの記録としてサーバーに自動保存され、助成金申請時の提出資料としてそのまま使え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eiryo UI"/>
              </a:rPr>
              <a:t>動画スキップ・倍速の検知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44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視聴秒数を自動記録。助成金監査の証跡に直接利用できます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65176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651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eiryo UI"/>
              </a:rPr>
              <a:t>3ロール権限分離を標準内蔵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944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管理者・企業管理者・受講者の3ロール。他社情報は物理的に閲覧不可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eiryo UI"/>
              </a:rPr>
              <a:t>複数スクールを1社で運用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159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業種別・部門別・販社別に独立した研修空間を複数持てます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457200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eiryo UI"/>
              </a:rPr>
              <a:t>受講者の手作業を最小化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3159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自動登録・招待メール送信・修了通知まで、運営側の手作業を最小化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Traingoが提供する3つの柱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Meiryo UI"/>
              </a:rPr>
              <a:t>「証跡化」「運用サポート」「研修事業化」── この3点をプラットフォームとして同時に解決します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7490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4A"/>
                </a:solidFill>
                <a:latin typeface="Meiryo UI"/>
              </a:rPr>
              <a:t>① 研修の証跡化（活用）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視聴秒数・スキップ・進捗を秒単位で自動記録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5603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Excel手集計から完全解放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9718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監査担当者にそのままデータを提示できる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3832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「実視聴時間の証跡」が標準で残ります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46304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63040"/>
            <a:ext cx="37490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4A"/>
                </a:solidFill>
                <a:latin typeface="Meiryo UI"/>
              </a:rPr>
              <a:t>② 運用設計サポート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488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1488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「LMSを買って終わり」ではありません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603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25603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導入時の研修設計・カリキュラム作成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9718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9718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運用フロー定義まで個別にサポート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3832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33832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日本語の電話・メールで対応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46304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463040"/>
            <a:ext cx="37490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4A"/>
                </a:solidFill>
                <a:latin typeface="Meiryo UI"/>
              </a:rPr>
              <a:t>③ 研修事業化（販売）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1488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21488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Stripe決済連動で研修コースをそのまま外販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5603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25603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販売リンク配布→購入者の自動登録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9718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29718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招待メール送信まで全自動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3832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33832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新収益として立ち上がります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こんなお悩みはありませんか？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Meiryo UI"/>
              </a:rPr>
              <a:t>Excel手集計が限界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299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受講者が増えるたびに視聴時間の集計・確認が手作業に。月に何時間も費やしているのに「本当に観たのか」確認できない。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508760"/>
            <a:ext cx="411480" cy="4114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5361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Meiryo UI"/>
              </a:rPr>
              <a:t>助成金審査で再現できない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299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「この社員は本当に視聴しましたか？」と聞かれても、スクショとExcelしかなく、客観的なログを出せない。審査で詰まる。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862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8620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023360"/>
            <a:ext cx="411480" cy="4114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23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507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Meiryo UI"/>
              </a:rPr>
              <a:t>会社ごとの情報混在リスク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445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複数の会社・部署を1つのLMSで管理すると、誤って他社の情報を見てしまう事故が起きやすい。Excelでは防ぎようがない。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8862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88620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4023360"/>
            <a:ext cx="411480" cy="4114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023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0507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Meiryo UI"/>
              </a:rPr>
              <a:t>受講者登録の手作業が多すぎる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5445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新人が入るたびにアカウント発行・パスワード配布・コース割当を1件ずつ手動。月20〜30人規模になると担当者が限界。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機能① 視聴ログ秒単位自動記録・スキップ可否制御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受講者が動画を再生している間、Traingoは秒単位で視聴記録をサーバーに保存し続けます。「いつ視聴を開始したか」「累計でどれくらいの秒数を視聴したか」「最後に視聴したのはいつか」「何%まで進んだか」が、人の手による集計を一切介さず記録されます。動画プレーヤーには「スキップ禁止」「倍速制限」を管理者が設定でき、助成金要件で求められる「正規再生での視聴」を物理的に強制で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含まれる項目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23360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視聴開始日時／最終視聴日時／累計視聴秒数の自動記録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7083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370832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進捗率の自動算出（コース単位／動画単位）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183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18304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スキップ禁止・倍速制限の管理者設定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657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065776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監査担当者向けの全件CSV出力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05840"/>
            <a:ext cx="3474720" cy="5486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115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BENEFIT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4173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14173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監査担当者に「客観的記録」として出せる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7373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1737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Excel手集計の時間が0分に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057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0574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「本当に観たのか」議論が起きない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3774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774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助成金支給審査の「実視聴時間」をそのまま出力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974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2697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監査問い合わせ対応で詰まらない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機能② 会社ごと独立した研修空間（スクール）・複数スクール対応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1つの法人で、業種別・部門別・販社別など、独立した複数のスクールを作成できます。各スクールは独立した研修空間として運用され、別スクールの受講者情報・コース情報・視聴ログには物理的にアクセスできません（Row Level Securityによる権限分離）。グループ会社・取引先・販社など、外部組織を含めた研修運用にも対応可能です。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含まれる項目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74720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1社あたり無制限にスクール作成可能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21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22192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スクールごとのテーマカラー設定（ブランド統一）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966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169664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Row Level Securityによる物理的な権限分離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713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17136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サブドメイン対応予定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05840"/>
            <a:ext cx="3474720" cy="5486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115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BENEFIT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4173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14173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グループ会社・販社が増えても権限管理が複雑化しない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7373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1737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「他社の情報が誤って見えた」リスクがゼロ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057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0574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業種別の運用を1ツールで完結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3774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774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研修事業として外販する時にもブランドが保てる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974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2697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SaaS基盤として外部企業に再販も可能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機能③ コースを「章 → レッスン」の2階層に整理・3種類のレッスン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10本以上の動画が並ぶフラットな一覧ではなく、「章」と「レッスン」の2階層にコースを構造化できます。レッスンには3種類があり、動画レッスン・文章レッスン（テキスト読了型）・クイズレッスン（複数問・正解設定・解説）を組み合わせられます。修了判定は「必須レッスン全完了」で自動判定され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3749039" cy="5029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動画レッスン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YouTubeのような視聴体験。視聴秒数・スキップを自動記録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926080"/>
            <a:ext cx="3749039" cy="50292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9260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文章レッスン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474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テキスト読了型。動画がなくても運用できます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926080"/>
            <a:ext cx="3749039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9260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クイズレッスン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複数問・正解設定・解説付き。理解度の証跡も残せます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BENEFIT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617720"/>
            <a:ext cx="10927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受講者の迷子が消える＝受講率が体感で1.5〜2倍に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56048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56048"/>
            <a:ext cx="10927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動画＋確認テストの組み合わせで「理解度の証跡」も残せる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94376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294376"/>
            <a:ext cx="10927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章ごとに公開日時を設定すれば、自学習ペース管理にも使える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32704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632704"/>
            <a:ext cx="10927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クイズで理解度の低い社員を早期に発見・フォローできる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機能④ 3ロールの権限分離・最初から内蔵（管理者／企業管理者／受講者）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「サービス全体管理者（運営）」「企業管理者（各会社の研修担当）」「受講者（社員）」の3ロールが最初から内蔵され、それぞれに最適化された画面と権限が用意されています。新人受講者でも、ログイン後3〜4クリックで研修を開始でき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3749039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37490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eiryo UI"/>
              </a:rPr>
              <a:t>管理者
（サービス運営）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38328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複数の会社にコースを横断割当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6732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76732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修了状況を全社横断でCSV出力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5137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151376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受講者全件の視聴ログを確認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560320"/>
            <a:ext cx="3749039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560320"/>
            <a:ext cx="37490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6974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eiryo UI"/>
              </a:rPr>
              <a:t>企業管理者
（各社の研修担当）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38328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338328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自社のスクール・コース・受講者のみ操作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6732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376732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他社の情報には触れない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5137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4151376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受講者を一括登録・招待メール送信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560320"/>
            <a:ext cx="3749039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560320"/>
            <a:ext cx="37490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6974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eiryo UI"/>
              </a:rPr>
              <a:t>受講者
（社員）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38328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8" y="338328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自分の進捗とプロフィールだけを管理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76732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376732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ログイン→3〜4クリックで受講開始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5137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4151376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修了証のダウンロードも自分で完結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486400"/>
            <a:ext cx="11430000" cy="10972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5961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BENEFIT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8978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97880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 UI"/>
              </a:rPr>
              <a:t>受講者向けと管理者向けで画面を作り分ける手間がゼロ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179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217920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 UI"/>
              </a:rPr>
              <a:t>「Excelで権限管理」の事故が物理的に発生しない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537960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 UI"/>
              </a:rPr>
              <a:t>新人受講者でも30秒で「次やること」が分かる設計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8580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858000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 UI"/>
              </a:rPr>
              <a:t>研修事業を外販する場合のSaaS基盤としてそのまま使える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機能⑤ 受講者の自動登録＋招待メール（Stripe決済との連動も可）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受講者を1人ずつ手で登録するのではなく、CSV一括登録・URL発行による招待・Stripe決済との連動による自動登録、の3経路で受講者を増やせます。Stripe決済を有効化した場合、購入直後にメールアドレス・ランダムパスワード・ログインURLを記載した招待メールを自動受信し、すぐに受講開始でき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3749039" cy="13716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CSV一括登録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Meiryo UI"/>
              </a:rPr>
              <a:t>受講者名簿をCSVで一括インポート。大量登録も数分で完了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834640"/>
            <a:ext cx="3749039" cy="13716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URL招待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3832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Meiryo UI"/>
              </a:rPr>
              <a:t>招待URLを発行して受講者へ案内。受講者がURLを開けば自動登録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834640"/>
            <a:ext cx="3749039" cy="13716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Stripe決済連動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Meiryo UI"/>
              </a:rPr>
              <a:t>決済完了→Webhook→自動登録→招待メール送信が全工程無人化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05840"/>
            <a:ext cx="3474720" cy="5486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115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BENEFIT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4173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14173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 UI"/>
              </a:rPr>
              <a:t>受講者登録の手作業が0件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7373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1737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 UI"/>
              </a:rPr>
              <a:t>有料研修の販売開始から受講開始まで「即時」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057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0574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 UI"/>
              </a:rPr>
              <a:t>深夜に申し込んでも翌朝にはアクセス開始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3774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774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 UI"/>
              </a:rPr>
              <a:t>研修販売を新収益として立てる時に運用ボトルネックが無い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974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2697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iryo UI"/>
              </a:rPr>
              <a:t>Stripe Smart Retrysで売上機会損失を最小化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89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含まれる項目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54880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754880"/>
            <a:ext cx="7452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CSV一括登録／個別URL招待／Stripe決済連動の3経路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93208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093208"/>
            <a:ext cx="7452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招待メール自動送信（メアド＋初期パスワード）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31536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431536"/>
            <a:ext cx="7452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Stripe Payment Link自動発行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769864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769864"/>
            <a:ext cx="7452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本番Stripe LIVEキー設置済・即運用可能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機能⑥ 助成金監査用CSV一括出力・申請書類への直接転記対応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人材開発支援助成金の支給審査で求められる、受講者ごとの「視聴開始日時／実視聴時間／修了日／進捗率」を、1ファイルで一括ダウンロードできます。期間指定・コース指定・受講者指定での絞り込み出力にも対応。監査担当者から追加で問い合わせが来た時も、再出力が30秒で済み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7498079" cy="5486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Meiryo UI"/>
              </a:rPr>
              <a:t>書類作成の所要時間：「半日〜1日」から「30秒〜5分」に圧縮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含まれる項目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監査用CSV一括ダウンロード機能（全受講者・全動画）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7083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70832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期間／コース／受講者での絞り込み出力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183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18304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視聴開始日時・実視聴時間・修了日・進捗率を全項目記載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657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065776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Meiryo UI"/>
              </a:rPr>
              <a:t>労働局・所管行政庁の様式に合わせた書式調整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005840"/>
            <a:ext cx="3474720" cy="5486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115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BENEFIT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4173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14173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申請書類の作成時間が「半日→30秒」に短縮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373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1737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監査の問い合わせ対応で「再現できない」と詰まらない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057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0574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「監査担当者にそのまま見せられる」安心感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3774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23774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支給審査の通過率が安定化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6974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697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申請業務の属人化が解消される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Traingoの全機能（38機能・3ロール）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49039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受講者向け 10機能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3619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受講者ログイン（Supabase Auth）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19656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4708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47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マイダッシュボード（進捗・修了状況）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30552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5798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57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コース一覧・詳細閲覧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41448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4688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4688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動画視聴（Cloudflare Stream）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52344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77977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7797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視聴進捗の自動記録（10秒ごと）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63240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09067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0906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進捗バー表示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74136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4015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4015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修了判定・修了証発行（95%以上）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85032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71246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7124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アカウント設定（氏名・メール・PW）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995928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0233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023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Stripe決済による受講申込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306824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33425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3342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フィードバック送信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1005840"/>
            <a:ext cx="3749039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10058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管理者向け 15機能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1508760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19" y="153619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59" y="15361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管理者ログイン（ロールガード付き）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79" y="1819656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19" y="184708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59" y="1847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管理者ダッシュボード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7679" y="2130552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19" y="215798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59" y="2157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動画アップロード（TUS再開可能）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79" y="2441448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19" y="24688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24688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動画管理（一覧・編集・削除）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79" y="2752344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19" y="277977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59" y="27797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コース作成・管理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79" y="3063240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19" y="309067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59" y="30906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章・レッスン編集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79" y="3374136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19" y="34015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34015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コース複数会社割当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79" y="3685032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19" y="371246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59" y="37124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Stripe Payment Link 発行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97679" y="3995928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19" y="40233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59" y="4023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受講者管理（全受講者一覧）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7679" y="4306824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9119" y="433425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59" y="43342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受講者詳細（視聴ログ）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97679" y="4617720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19" y="46451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59" y="46451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受講状況管理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79" y="4928616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19" y="49560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09159" y="4956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会社管理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97679" y="5239512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89119" y="526694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09159" y="52669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活動ログ（監査ログ）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97679" y="5550408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89119" y="557784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59" y="5577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Webhook 自動処理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97679" y="5861304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9119" y="58887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09159" y="58887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フィードバック通知受信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75319" y="1005840"/>
            <a:ext cx="3749039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75319" y="10058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企業管理者向け 13機能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75319" y="1508760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66759" y="153619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799" y="15361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企業管理者ログイン（専用入口）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75319" y="1819656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59" y="184708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799" y="1847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企業管理者ダッシュボード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75319" y="2130552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66759" y="215798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86799" y="21579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コース一覧閲覧（自社割当分）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275319" y="2441448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66759" y="24688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799" y="24688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コース新規作成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75319" y="2752344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366759" y="277977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86799" y="27797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コース構成編集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75319" y="3063240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66759" y="309067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6799" y="30906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コース管理（詳細）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75319" y="3374136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66759" y="34015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86799" y="34015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自社受講者管理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75319" y="3685032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366759" y="371246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686799" y="37124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受講者詳細確認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75319" y="3995928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66759" y="40233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6799" y="4023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スクール管理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75319" y="4306824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66759" y="433425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86799" y="43342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活動ログ確認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275319" y="4617720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366759" y="46451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686799" y="46451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会社設定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275319" y="4928616"/>
            <a:ext cx="3749039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66759" y="49560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799" y="4956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フィードバック送信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275319" y="5239512"/>
            <a:ext cx="3749039" cy="31089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366759" y="526694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13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86799" y="52669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2A4A"/>
                </a:solidFill>
                <a:latin typeface="Meiryo UI"/>
              </a:rPr>
              <a:t>利用規約確認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導入後の業務フロー（4本）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「実際に運用するとどう動くのか？」を4つの業務フローで完全可視化。社内稟議・現場説明にそのまま使えます。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① 研修開始までの全体フロー（管理者 → 企業管理者 → 受講者）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56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管理者ログイン → 動画アップロード → コース作成 → 章・レッスン設定 → 会社にコース割当 → 企業管理者が割当確認 → 受講者登録 → 受講者URLアクセス → 動画視聴（進捗自動記録） → 95%達成で完了判定 → 修了証発行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114300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② Stripe決済経由の受講登録フロー（完全自動）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管理者がPayment Link発行 → 受講希望者へURL案内 → Stripeで決済 → Webhook受信 → 受講者アカウント自動作成 → コース自動登録 → 招待メール送信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114300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77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③ 視聴進捗の記録フロー（助成金要件対応）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受講者が動画を再生 → 10秒ごとに視聴ログ送信 → Supabaseに記録保存 → 進捗バーをリアルタイム更新 / ページを閉じる → sendBeaconで強制送信 → 最後の視聴分まで記録漏れなし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120640"/>
            <a:ext cx="114300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④ フィードバック通知フロー（受講者の声を逃さない）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595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受講者がフィードバック入力 → APIサーバー受信 → メール通知（info@fp-1.info）＋Chatwork通知（運営ルーム）＋送信者へ自動返信メール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業種別の使い方シナリオ（前半）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49039" cy="5486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749039" cy="640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3566160" cy="34747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建設業・製造業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Meiryo UI"/>
              </a:rPr>
              <a:t>新任職長・安全衛生教育の証跡化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031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Meiryo UI"/>
              </a:rPr>
              <a:t>労働安全衛生法で求められる「職長・安全衛生責任者教育（12時間）」を動画＋クイズで運用。受講者の視聴秒数を秒単位で記録し、修了後にPDFの修了証を自動発行します。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65760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想定シーン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建設会社A社：年間40名の新任職長の集合研修をTraingoに移行。集合研修コスト（会場費＋講師＋移動）を年間180万円削減。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051560"/>
            <a:ext cx="3749039" cy="5486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051560"/>
            <a:ext cx="3749039" cy="640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19" y="1188720"/>
            <a:ext cx="3566160" cy="34747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188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士業（行政書士・社労士・税理士）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Meiryo UI"/>
              </a:rPr>
              <a:t>顧問先向けオンライン研修サービス化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1031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Meiryo UI"/>
              </a:rPr>
              <a:t>事務所のノウハウを動画講座にして顧問先に提供。受講者管理・進捗確認・修了証発行までTraingo側で完結するため、事務所側の運用負荷はほぼゼロ。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19" y="365760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想定シーン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069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社労士事務所B社：月額会費に研修受講権を組み込んだことで、顧問契約の解約率が年30%→年12%まで低下。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1051560"/>
            <a:ext cx="3749039" cy="5486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19" y="1051560"/>
            <a:ext cx="3749039" cy="640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59" y="1188720"/>
            <a:ext cx="3566160" cy="34747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1188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教育・コンサル業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Meiryo UI"/>
              </a:rPr>
              <a:t>有料オンライン講座の販売プラットフォーム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21031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Meiryo UI"/>
              </a:rPr>
              <a:t>Stripe決済連動により、購入→自動受講者登録→招待メール送信が即時で完了。受講者の購入から学習開始までのタイムラグが無く、機会損失を防げます。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59" y="365760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199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想定シーン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4069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コンサルC社：5万円の有料講座をSNSで販売。24時間以内に12件の購入が発生し、全員が即日学習開始。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業種別の使い方シナリオ（後半）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49039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3566160" cy="347472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サービス業（飲食・小売・介護）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Meiryo UI"/>
              </a:rPr>
              <a:t>マニュアル研修・接客研修の標準化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031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Meiryo UI"/>
              </a:rPr>
              <a:t>本部で作成した動画マニュアルを全店舗の新人スタッフが視聴し、修了状況を本部が一覧で把握。新人定着率の改善に直結します。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657600"/>
            <a:ext cx="356616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想定シーン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小売チェーンD社：20店舗の新人スタッフ研修をTraingoに統一。入社3ヶ月の離職率が23%→11%に改善。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051560"/>
            <a:ext cx="3749039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05156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19" y="1188720"/>
            <a:ext cx="3566160" cy="347472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188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IT・ソフトウェア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Meiryo UI"/>
              </a:rPr>
              <a:t>社内技術研修・セキュリティ研修の継続実施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1031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Meiryo UI"/>
              </a:rPr>
              <a:t>セキュリティ研修を年1回の必修コースとして運用。視聴ログ＋クイズ合格をもって修了とすることで、ISMS/Pマーク監査の証跡としても使えます。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19" y="3657600"/>
            <a:ext cx="356616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想定シーン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069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SaaS企業E社：全社員80名のセキュリティ研修をTraingoで運用。ISMS監査時に「全員の修了証跡」を10秒で出力できた。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1051560"/>
            <a:ext cx="3749039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19" y="105156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59" y="1188720"/>
            <a:ext cx="3566160" cy="347472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1188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人材・派遣業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Meiryo UI"/>
              </a:rPr>
              <a:t>派遣スタッフ向け事前研修・派遣先別カスタマイズ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21031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Meiryo UI"/>
              </a:rPr>
              <a:t>派遣先ごとに異なる事前研修を複数スクールに分けて運用。派遣スタッフは自分が派遣される先のスクールにアクセスし、その専用研修を受講。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59" y="3657600"/>
            <a:ext cx="356616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199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想定シーン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4069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派遣F社：5つの派遣先別スクールを並列運用。新規派遣先の獲得が前年比1.4倍に。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他社・他ツールとの比較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474720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005840"/>
            <a:ext cx="2560320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Excel・メール運用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2743200" cy="4572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無料・他社LMS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005840"/>
            <a:ext cx="29260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005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4A"/>
                </a:solidFill>
                <a:latin typeface="Meiryo UI"/>
              </a:rPr>
              <a:t>Traingo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63040"/>
            <a:ext cx="3474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5270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Meiryo UI"/>
              </a:rPr>
              <a:t>視聴秒数の自動記録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146304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1527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不可（自己申告のみ）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27432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基本機能のみ・カスタム不可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463040"/>
            <a:ext cx="292608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463040"/>
            <a:ext cx="2926080" cy="45720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5270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iryo UI"/>
              </a:rPr>
              <a:t>秒単位で自動記録・出力可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9202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984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Meiryo UI"/>
              </a:rPr>
              <a:t>スキップ可否制御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192024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59" y="19842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不可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9202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984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商用版のみ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92024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1920240"/>
            <a:ext cx="2926080" cy="45720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984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iryo UI"/>
              </a:rPr>
              <a:t>標準機能・管理者で設定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377440"/>
            <a:ext cx="3474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441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Meiryo UI"/>
              </a:rPr>
              <a:t>会社別の権限分離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237744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59" y="2441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Excel共有で事故多発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377440"/>
            <a:ext cx="27432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441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追加課金で対応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2377440"/>
            <a:ext cx="292608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2560" y="2377440"/>
            <a:ext cx="2926080" cy="45720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24414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iryo UI"/>
              </a:rPr>
              <a:t>物理的に分離（RLS実装）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8346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8986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Meiryo UI"/>
              </a:rPr>
              <a:t>助成金監査CSV出力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283464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59" y="2898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手集計で半日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8346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28986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対応していないケースが多い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283464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52560" y="2834640"/>
            <a:ext cx="2926080" cy="45720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2898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iryo UI"/>
              </a:rPr>
              <a:t>標準機能・30秒で出力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291840"/>
            <a:ext cx="3474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355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Meiryo UI"/>
              </a:rPr>
              <a:t>Stripe決済との連動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329184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94759" y="3355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手動登録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291840"/>
            <a:ext cx="27432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33558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別ツール連携が必要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3291840"/>
            <a:ext cx="292608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52560" y="3291840"/>
            <a:ext cx="2926080" cy="45720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33558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iryo UI"/>
              </a:rPr>
              <a:t>標準機能・購入→即受講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7490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8130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Meiryo UI"/>
              </a:rPr>
              <a:t>複数スクール（業種別分け）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39" y="374904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4759" y="3813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運用不可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37490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3813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別契約で社数分の課金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374904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52560" y="3749040"/>
            <a:ext cx="2926080" cy="45720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98280" y="38130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iryo UI"/>
              </a:rPr>
              <a:t>1契約で無制限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206240"/>
            <a:ext cx="34747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270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Meiryo UI"/>
              </a:rPr>
              <a:t>導入相談・運用設計サポート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39" y="420624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94759" y="42702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なし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206240"/>
            <a:ext cx="27432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4270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英語ドキュメントのみ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4206240"/>
            <a:ext cx="292608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52560" y="4206240"/>
            <a:ext cx="2926080" cy="45720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98280" y="4270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iryo UI"/>
              </a:rPr>
              <a:t>日本語・電話・メール対応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6634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4727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Meiryo UI"/>
              </a:rPr>
              <a:t>助成金申請支援との連携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49039" y="466344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794759" y="4727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なし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46634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55080" y="4727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Meiryo UI"/>
              </a:rPr>
              <a:t>なし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52560" y="466344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052560" y="4663440"/>
            <a:ext cx="2926080" cy="45720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98280" y="47274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iryo UI"/>
              </a:rPr>
              <a:t>補助金活用支援サイトと連携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人材開発支援助成金・デジタル化/AI導入補助金との連動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Traingoは「人材開発支援助成金 事業リスキリング支援コース」をはじめとする人材育成系助成金、さらにデジタル化・AI導入補助金の役務提供のツール使用状況調査に完全対応して設計されています。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560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研修計画の登録
（運営／管理者）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2560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69164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8483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受講者の招待
（企業管理者）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2560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8483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動画視聴・修了
（受講者）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Meiryo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691640"/>
            <a:ext cx="2560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69164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 UI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08483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Meiryo UI"/>
              </a:rPr>
              <a:t>監査用CSV出力
→申請書類への転記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63240"/>
            <a:ext cx="10972800" cy="4114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063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活用状況確認ダッシュボードでわかること（1画面）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47872"/>
            <a:ext cx="274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547872"/>
            <a:ext cx="10652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会社別の利用状況（A社・B社・C社… 横断）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41064"/>
            <a:ext cx="274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941064"/>
            <a:ext cx="10652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導入ツール（コース）別の利用率・修了率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34256"/>
            <a:ext cx="274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334256"/>
            <a:ext cx="10652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受講者別の最終利用日・累計利用時間（活用履歴）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27448"/>
            <a:ext cx="274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Meiryo UI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727448"/>
            <a:ext cx="10652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Meiryo UI"/>
              </a:rPr>
              <a:t>定期報告期間ごとのCSV一括出力（経済産業省/独立行政法人/支援機関向け）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77840"/>
            <a:ext cx="10972800" cy="10058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6235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350F"/>
                </a:solidFill>
                <a:latin typeface="Meiryo UI"/>
              </a:rPr>
              <a:t>※ 助成金・補助金の支給可否・要件適合性の最終判断は、各制度の所管行政庁・労働局・支援機関による審査結果が優先されることがあります。Traingoは監査・活用報告時に求められる「視聴・利用の客観的証跡」をデータとして残す仕組みであり、支給を保証するものではありません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eiryo UI"/>
              </a:rPr>
              <a:t>よくあるご質問（FAQ）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577840" cy="13258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Meiryo UI"/>
              </a:rPr>
              <a:t>Q. 導入までどれくらいの期間がかかりますか？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A. 最短で当日〜3営業日です。動画素材が大量にある場合は1〜2週間でお引き渡しします。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577840" cy="13258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2471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Meiryo UI"/>
              </a:rPr>
              <a:t>Q. 動画コンテンツがありません。使えますか？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A. 使えます。動画／文章／クイズの3種混在で運用できます。業務マニュアルのPDF・Wordをお預けいただければ、Traingoでどう構成するかをご提案します。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41448"/>
            <a:ext cx="5577840" cy="13258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41448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Meiryo UI"/>
              </a:rPr>
              <a:t>Q. 無料のLMSやExcel管理で十分では？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16936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A. 「助成金監査に客観的に示す」「複数会社を分離して安全に運用する」「Stripe決済で外販する」のいずれかが目的に入ると、Excelや無料LMSでは対応できない事項が必ず発生します。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441448"/>
            <a:ext cx="5577840" cy="13258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41448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Meiryo UI"/>
              </a:rPr>
              <a:t>Q. 料金はどれくらいですか？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16936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A. スクール数・受講者数・サポート範囲によって異なります。まずはお問い合わせください。導入相談・お見積りは無料です。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31336"/>
            <a:ext cx="5577840" cy="13258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31336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Meiryo UI"/>
              </a:rPr>
              <a:t>Q. セキュリティはどうなっていますか？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06824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A. 受講者データはSupabase（PostgreSQL）にRow Level Security付きで保存。決済情報はStripeが直接保持し、Traingoのサーバーには一切保存しません。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831336"/>
            <a:ext cx="5577840" cy="13258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831336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90448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Meiryo UI"/>
              </a:rPr>
              <a:t>Q. 解約・乗り換えは簡単にできますか？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06824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A. いつでも解約できます。解約時には視聴ログ・修了状況をCSV全件ダウンロードできるため、データのロックインはありません。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21224"/>
            <a:ext cx="5577840" cy="13258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221224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94376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Meiryo UI"/>
              </a:rPr>
              <a:t>Q. サポート体制はどうなっていますか？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96712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A. 日本語の電話・メール・チャットでサポート。平日10時〜18時はチャット即応・電話折り返し可能です。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221224"/>
            <a:ext cx="5577840" cy="13258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221224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294376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Meiryo UI"/>
              </a:rPr>
              <a:t>Q. 既存のLMSからのデータ移行はできますか？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96712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Meiryo UI"/>
              </a:rPr>
              <a:t>A. 可能です。既存LMSからCSVでエクスポート可能なデータであれば、Traingo側でインポート対応します。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eiryo UI"/>
              </a:rPr>
              <a:t>まずは、お気軽にお問い合わせください。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554480"/>
            <a:ext cx="6400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BD5E1"/>
                </a:solidFill>
                <a:latin typeface="Meiryo UI"/>
              </a:rPr>
              <a:t>導入のご相談・お見積り・デモ画面のご案内、すべて無料で承ります。
「うちでも使えるか分からない」段階でのご相談も歓迎いたします。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697480"/>
            <a:ext cx="54864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697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2A4A"/>
                </a:solidFill>
                <a:latin typeface="Meiryo UI"/>
              </a:rPr>
              <a:t>無料相談を申し込む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9E0B"/>
                </a:solidFill>
                <a:latin typeface="Meiryo UI"/>
              </a:rPr>
              <a:t>https://fp-1.info/hojokin/#cta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eiryo UI"/>
              </a:rPr>
              <a:t>ご連絡先のメールアドレス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info@fp-1.info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166360"/>
            <a:ext cx="3108960" cy="59436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導入相談・お見積り 無料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166360"/>
            <a:ext cx="3108960" cy="59436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5166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デモ画面ご案内 無料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5166360"/>
            <a:ext cx="3108960" cy="59436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5166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動画なしでも相談可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Meiryo UI"/>
              </a:rPr>
              <a:t>Traingo ｜ Well Consultant 合同会社 ｜ 補助金活用支援サイト fp-1.info/hojokin/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